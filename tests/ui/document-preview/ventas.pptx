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Norte</c:v>
                </c:pt>
                <c:pt idx="1">
                  <c:v>Sur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1: crecimiento del año ñandú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Texto del cuerpo con cifras: 12,5 % y −3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2: crecimiento del año ñandú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Texto del cuerpo con cifras: 12,5 % y −3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3: crecimiento del año ñandú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Texto del cuerpo con cifras: 12,5 % y −3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